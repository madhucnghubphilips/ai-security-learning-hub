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LLM03 — Animated Attack Flow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Step-by-Step Reveal for Board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1 — Developer 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Developer installs a trusted third-party package</a:t>
            </a:r>
          </a:p>
          <a:p>
            <a:r>
              <a:t>(No visible risk)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2 — Hidden Compromise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package is maliciously modified in the supply chain</a:t>
            </a:r>
          </a:p>
          <a:p>
            <a:r>
              <a:t>(No alert triggered)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3 — Secret Access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Compromised package reads environment variables</a:t>
            </a:r>
          </a:p>
          <a:p>
            <a:r>
              <a:t>(API keys, tokens, cloud credentials)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4 — Data Exfiltration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Sensitive data is prepared for external transmission</a:t>
            </a:r>
          </a:p>
          <a:p>
            <a:r>
              <a:t>(Stealthy behavior)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5 — LLM Manipulation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package alters LLM responses</a:t>
            </a:r>
          </a:p>
          <a:p>
            <a:r>
              <a:t>(Misinformation injected)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6 — 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leakage + incorrect AI decisions</a:t>
            </a:r>
          </a:p>
          <a:p>
            <a:r>
              <a:t>(Enterprise risk realized)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Full Attack Flow (Final Reveal)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Developer → Compromised Dependency → Secret Access → Data Exfiltration → LLM Manipulation → Business Impact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