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LLM03 — Supply Chain Vulnerabilities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6E6E6"/>
                </a:solidFill>
              </a:defRPr>
            </a:pPr>
            <a:r>
              <a:t>Board-Level Briefing | AI Supply Chain = Enterprise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systems depend on multiple external components</a:t>
            </a:r>
          </a:p>
          <a:p>
            <a:pPr/>
            <a:r>
              <a:t>A single compromised element can manipulate outcomes</a:t>
            </a:r>
          </a:p>
          <a:p>
            <a:pPr/>
            <a:r>
              <a:t>Risks: data leakage, misinformation, system compromise</a:t>
            </a:r>
          </a:p>
          <a:p>
            <a:pPr/>
            <a:r>
              <a:t>Security must extend beyond traditional software supply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Expanded AI Supply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97280" cy="1097280"/>
          </a:xfrm>
          <a:prstGeom prst="round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Code</a:t>
            </a:r>
          </a:p>
          <a:p>
            <a:r>
              <a:t>Deps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828800"/>
            <a:ext cx="1097280" cy="1097280"/>
          </a:xfrm>
          <a:prstGeom prst="roundRect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0"/>
            <a:ext cx="1097280" cy="1097280"/>
          </a:xfrm>
          <a:prstGeom prst="round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Plugins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1097280" cy="1097280"/>
          </a:xfrm>
          <a:prstGeom prst="roundRect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1097280" cy="1097280"/>
          </a:xfrm>
          <a:prstGeom prst="round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1097280" cy="1097280"/>
          </a:xfrm>
          <a:prstGeom prst="roundRect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Embeddings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Attack Pipeline (Supply Chain Compromise)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914400" cy="914400"/>
          </a:xfrm>
          <a:prstGeom prst="round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Dev Installs</a:t>
            </a:r>
          </a:p>
          <a:p>
            <a:r>
              <a:t>Package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463040" y="2331720"/>
            <a:ext cx="457200" cy="274320"/>
          </a:xfrm>
          <a:prstGeom prst="rightArrow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2011680"/>
            <a:ext cx="914400" cy="914400"/>
          </a:xfrm>
          <a:prstGeom prst="round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Compromised</a:t>
            </a:r>
          </a:p>
          <a:p>
            <a:r>
              <a:t>Dependency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2331720"/>
            <a:ext cx="457200" cy="274320"/>
          </a:xfrm>
          <a:prstGeom prst="rightArrow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011680"/>
            <a:ext cx="914400" cy="914400"/>
          </a:xfrm>
          <a:prstGeom prst="round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Reads</a:t>
            </a:r>
          </a:p>
          <a:p>
            <a:r>
              <a:t>Secrets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20640" y="2331720"/>
            <a:ext cx="457200" cy="274320"/>
          </a:xfrm>
          <a:prstGeom prst="rightArrow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914400" cy="914400"/>
          </a:xfrm>
          <a:prstGeom prst="round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LLM App</a:t>
            </a:r>
          </a:p>
          <a:p>
            <a:r>
              <a:t>Execution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2331720"/>
            <a:ext cx="457200" cy="274320"/>
          </a:xfrm>
          <a:prstGeom prst="rightArrow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914400" cy="914400"/>
          </a:xfrm>
          <a:prstGeom prst="round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Manipulated</a:t>
            </a:r>
          </a:p>
          <a:p>
            <a: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Exposure of sensitive credentials (API keys, cloud secrets)</a:t>
            </a:r>
          </a:p>
          <a:p>
            <a:pPr/>
            <a:r>
              <a:t>Incorrect AI-driven decisions</a:t>
            </a:r>
          </a:p>
          <a:p>
            <a:pPr/>
            <a:r>
              <a:t>Regulatory non-compliance (GDPR, HIPAA)</a:t>
            </a:r>
          </a:p>
          <a:p>
            <a:pPr/>
            <a:r>
              <a:t>Brand and trust damage</a:t>
            </a:r>
          </a:p>
          <a:p>
            <a:pPr/>
            <a:r>
              <a:t>Operational disruption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Parallel — SolarWinds to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SolarWinds: trusted software update channel was compromised</a:t>
            </a:r>
          </a:p>
          <a:p>
            <a:pPr/>
            <a:r>
              <a:t>Attack propagated silently to thousands of enterprises</a:t>
            </a:r>
          </a:p>
          <a:p>
            <a:pPr/>
            <a:r>
              <a:t>LLM parallel: compromised dependency/model/plugin spreads risk</a:t>
            </a:r>
          </a:p>
          <a:p>
            <a:pPr/>
            <a:r>
              <a:t>Impact amplified due to automation and AI decisioning</a:t>
            </a:r>
          </a:p>
          <a:p>
            <a:pPr/>
            <a:r>
              <a:t>Key lesson: trust boundaries must be verified continuously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Malicious dependencies / package hijacking</a:t>
            </a:r>
          </a:p>
          <a:p>
            <a:pPr/>
            <a:r>
              <a:t>Untrusted AI models</a:t>
            </a:r>
          </a:p>
          <a:p>
            <a:pPr/>
            <a:r>
              <a:t>Poisoned datasets and embeddings</a:t>
            </a:r>
          </a:p>
          <a:p>
            <a:pPr/>
            <a:r>
              <a:t>Prompt template backdoors</a:t>
            </a:r>
          </a:p>
          <a:p>
            <a:pPr/>
            <a:r>
              <a:t>Plugin/tool compromise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 allowlisting and version pinning</a:t>
            </a:r>
          </a:p>
          <a:p>
            <a:pPr/>
            <a:r>
              <a:t>SBOM (CycloneDX) and SCA scanning</a:t>
            </a:r>
          </a:p>
          <a:p>
            <a:pPr/>
            <a:r>
              <a:t>Trusted model registry</a:t>
            </a:r>
          </a:p>
          <a:p>
            <a:pPr/>
            <a:r>
              <a:t>Prompt template integrity validation</a:t>
            </a:r>
          </a:p>
          <a:p>
            <a:pPr/>
            <a:r>
              <a:t>RAG data validation and provenance tracking</a:t>
            </a:r>
          </a:p>
          <a:p>
            <a:pPr/>
            <a:r>
              <a:t>Runtime output filtering and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security gates for dependencies</a:t>
            </a:r>
          </a:p>
          <a:p>
            <a:pPr/>
            <a:r>
              <a:t>Secret isolation (Vault, AWS Secrets Manager)</a:t>
            </a:r>
          </a:p>
          <a:p>
            <a:pPr/>
            <a:r>
              <a:t>Egress filtering and network controls</a:t>
            </a:r>
          </a:p>
          <a:p>
            <a:pPr/>
            <a:r>
              <a:t>Continuous monitoring and logging</a:t>
            </a:r>
          </a:p>
          <a:p>
            <a:pPr/>
            <a:r>
              <a:t>Policy-as-code for AI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supply chain is a critical enterprise risk</a:t>
            </a:r>
          </a:p>
          <a:p>
            <a:pPr/>
            <a:r>
              <a:t>Every component must be governed: code, model, data, prompt</a:t>
            </a:r>
          </a:p>
          <a:p>
            <a:pPr/>
            <a:r>
              <a:t>Adopt Secure-by-Design for AI systems</a:t>
            </a:r>
          </a:p>
          <a:p>
            <a:pPr/>
            <a:r>
              <a:t>Invest in continuous validation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