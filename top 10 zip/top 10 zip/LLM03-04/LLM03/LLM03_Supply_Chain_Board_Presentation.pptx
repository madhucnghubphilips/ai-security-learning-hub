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LLM03 — Supply Chain Vulnerabilities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Board-Level Security Briefing</a:t>
            </a:r>
          </a:p>
          <a:p>
            <a:r>
              <a:t>AI Supply Chain = New Attack Surface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LLM ecosystems rely on multiple external components</a:t>
            </a:r>
          </a:p>
          <a:p>
            <a:pPr/>
            <a:r>
              <a:t>Any compromised component can manipulate AI behavior</a:t>
            </a:r>
          </a:p>
          <a:p>
            <a:pPr/>
            <a:r>
              <a:t>Risks include data leakage, misinformation, and system compromise</a:t>
            </a:r>
          </a:p>
          <a:p>
            <a:pPr/>
            <a:r>
              <a:t>Supply chain security is now critical for AI adoption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Expanded AI Supply Chain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Third-party libraries (pip/npm)</a:t>
            </a:r>
          </a:p>
          <a:p>
            <a:pPr/>
            <a:r>
              <a:t>Foundation models (HuggingFace, external vendors)</a:t>
            </a:r>
          </a:p>
          <a:p>
            <a:pPr/>
            <a:r>
              <a:t>Plugins &amp; tools</a:t>
            </a:r>
          </a:p>
          <a:p>
            <a:pPr/>
            <a:r>
              <a:t>Prompt templates</a:t>
            </a:r>
          </a:p>
          <a:p>
            <a:pPr/>
            <a:r>
              <a:t>Vector databases (RAG)</a:t>
            </a:r>
          </a:p>
          <a:p>
            <a:pPr/>
            <a:r>
              <a:t>Training datasets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Attack Scenario — Compromised Dependency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Developer installs a trusted library</a:t>
            </a:r>
          </a:p>
          <a:p>
            <a:pPr/>
            <a:r>
              <a:t>Library is maliciously modified</a:t>
            </a:r>
          </a:p>
          <a:p>
            <a:pPr/>
            <a:r>
              <a:t>Secrets are accessed from environment</a:t>
            </a:r>
          </a:p>
          <a:p>
            <a:pPr/>
            <a:r>
              <a:t>LLM responses are manipulated</a:t>
            </a:r>
          </a:p>
          <a:p>
            <a:pPr/>
            <a:r>
              <a:t>No visible error → stealth attack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Attack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Developer → Installs Package</a:t>
            </a:r>
          </a:p>
          <a:p>
            <a:pPr/>
            <a:r>
              <a:t>Application → Uses Compromised Library</a:t>
            </a:r>
          </a:p>
          <a:p>
            <a:pPr/>
            <a:r>
              <a:t>Library → Reads Secrets</a:t>
            </a:r>
          </a:p>
          <a:p>
            <a:pPr/>
            <a:r>
              <a:t>Library → Sends Data (Simulated)</a:t>
            </a:r>
          </a:p>
          <a:p>
            <a:pPr/>
            <a:r>
              <a:t>LLM → Generates Manipulated Output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Sensitive data exposure (API keys, credentials)</a:t>
            </a:r>
          </a:p>
          <a:p>
            <a:pPr/>
            <a:r>
              <a:t>Incorrect AI decisions</a:t>
            </a:r>
          </a:p>
          <a:p>
            <a:pPr/>
            <a:r>
              <a:t>Compliance violations (GDPR, HIPAA)</a:t>
            </a:r>
          </a:p>
          <a:p>
            <a:pPr/>
            <a:r>
              <a:t>Reputation damage</a:t>
            </a:r>
          </a:p>
          <a:p>
            <a:pPr/>
            <a:r>
              <a:t>Operational disruption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Matters 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adoption is accelerating across enterprise</a:t>
            </a:r>
          </a:p>
          <a:p>
            <a:pPr/>
            <a:r>
              <a:t>Developers trust open-source ecosystems</a:t>
            </a:r>
          </a:p>
          <a:p>
            <a:pPr/>
            <a:r>
              <a:t>Attackers target weakest link in supply chain</a:t>
            </a:r>
          </a:p>
          <a:p>
            <a:pPr/>
            <a:r>
              <a:t>LLM systems amplify impact of compromise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Risk Areas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Malicious packages / dependency hijacking</a:t>
            </a:r>
          </a:p>
          <a:p>
            <a:pPr/>
            <a:r>
              <a:t>Poisoned datasets and embeddings</a:t>
            </a:r>
          </a:p>
          <a:p>
            <a:pPr/>
            <a:r>
              <a:t>Untrusted AI models</a:t>
            </a:r>
          </a:p>
          <a:p>
            <a:pPr/>
            <a:r>
              <a:t>Prompt injection via templates</a:t>
            </a:r>
          </a:p>
          <a:p>
            <a:pPr/>
            <a:r>
              <a:t>Plugin/tool compromise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Mitigation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Dependency allowlisting and version pinning</a:t>
            </a:r>
          </a:p>
          <a:p>
            <a:pPr/>
            <a:r>
              <a:t>SBOM (CycloneDX) and SCA scanning</a:t>
            </a:r>
          </a:p>
          <a:p>
            <a:pPr/>
            <a:r>
              <a:t>Trusted model registry</a:t>
            </a:r>
          </a:p>
          <a:p>
            <a:pPr/>
            <a:r>
              <a:t>Prompt template validation</a:t>
            </a:r>
          </a:p>
          <a:p>
            <a:pPr/>
            <a:r>
              <a:t>RAG data validation and provenance tracking</a:t>
            </a:r>
          </a:p>
          <a:p>
            <a:pPr/>
            <a:r>
              <a:t>Runtime output filtering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DevSecOps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Automated SCA in CI/CD</a:t>
            </a:r>
          </a:p>
          <a:p>
            <a:pPr/>
            <a:r>
              <a:t>Block unapproved dependencies</a:t>
            </a:r>
          </a:p>
          <a:p>
            <a:pPr/>
            <a:r>
              <a:t>Secrets isolation (Vault, AWS Secrets Manager)</a:t>
            </a:r>
          </a:p>
          <a:p>
            <a:pPr/>
            <a:r>
              <a:t>Egress filtering</a:t>
            </a:r>
          </a:p>
          <a:p>
            <a:pPr/>
            <a:r>
              <a:t>Continuous monitoring and logging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Leadership Takeaway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supply chain = critical enterprise risk</a:t>
            </a:r>
          </a:p>
          <a:p>
            <a:pPr/>
            <a:r>
              <a:t>Security must extend beyond code</a:t>
            </a:r>
          </a:p>
          <a:p>
            <a:pPr/>
            <a:r>
              <a:t>Govern every component: model, data, prompt, plugin</a:t>
            </a:r>
          </a:p>
          <a:p>
            <a:pPr/>
            <a:r>
              <a:t>Adopt Secure-by-Design for AI systems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Every component in an AI system is a potential entry point</a:t>
            </a:r>
          </a:p>
          <a:p>
            <a:pPr/>
            <a:r>
              <a:t>One compromised element can impact the entire pipeline</a:t>
            </a:r>
          </a:p>
          <a:p>
            <a:pPr/>
            <a:r>
              <a:t>Proactive governance is the only scalable defense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